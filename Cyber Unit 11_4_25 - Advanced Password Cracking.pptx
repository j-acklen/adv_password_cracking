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Quantico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RobotoMono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Quantico-bold.fntdata"/><Relationship Id="rId14" Type="http://schemas.openxmlformats.org/officeDocument/2006/relationships/font" Target="fonts/Quantico-regular.fntdata"/><Relationship Id="rId17" Type="http://schemas.openxmlformats.org/officeDocument/2006/relationships/font" Target="fonts/Quantico-boldItalic.fntdata"/><Relationship Id="rId16" Type="http://schemas.openxmlformats.org/officeDocument/2006/relationships/font" Target="fonts/Quantico-italic.fntdata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a045fd90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a045fd90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a045fd9031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a045fd9031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045fd9031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a045fd9031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a045fd9031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a045fd9031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a04fde71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a04fde71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a045fd9031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a045fd9031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a04fde712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a04fde712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a04fde712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a04fde712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BLANK_16_1_1">
    <p:bg>
      <p:bgPr>
        <a:solidFill>
          <a:schemeClr val="lt2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0"/>
            <a:ext cx="5440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5440200" y="555250"/>
            <a:ext cx="3703800" cy="458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636875" y="563400"/>
            <a:ext cx="4803000" cy="4588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11875" y="389750"/>
            <a:ext cx="2237100" cy="81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2" type="subTitle"/>
          </p:nvPr>
        </p:nvSpPr>
        <p:spPr>
          <a:xfrm>
            <a:off x="3469838" y="218278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3" type="subTitle"/>
          </p:nvPr>
        </p:nvSpPr>
        <p:spPr>
          <a:xfrm>
            <a:off x="3469838" y="1064402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4" type="subTitle"/>
          </p:nvPr>
        </p:nvSpPr>
        <p:spPr>
          <a:xfrm>
            <a:off x="3469838" y="1923965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5" type="subTitle"/>
          </p:nvPr>
        </p:nvSpPr>
        <p:spPr>
          <a:xfrm>
            <a:off x="3469838" y="2810376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6" type="subTitle"/>
          </p:nvPr>
        </p:nvSpPr>
        <p:spPr>
          <a:xfrm>
            <a:off x="3469838" y="3646164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7" type="subTitle"/>
          </p:nvPr>
        </p:nvSpPr>
        <p:spPr>
          <a:xfrm>
            <a:off x="3469838" y="4530963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1_1_1_1_1_1">
    <p:bg>
      <p:bgPr>
        <a:solidFill>
          <a:schemeClr val="accent2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57100" y="5571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941650" y="795275"/>
            <a:ext cx="28614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2" type="title"/>
          </p:nvPr>
        </p:nvSpPr>
        <p:spPr>
          <a:xfrm>
            <a:off x="439960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3" type="title"/>
          </p:nvPr>
        </p:nvSpPr>
        <p:spPr>
          <a:xfrm>
            <a:off x="649605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4" type="title"/>
          </p:nvPr>
        </p:nvSpPr>
        <p:spPr>
          <a:xfrm>
            <a:off x="438560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5" type="title"/>
          </p:nvPr>
        </p:nvSpPr>
        <p:spPr>
          <a:xfrm>
            <a:off x="649605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6" type="title"/>
          </p:nvPr>
        </p:nvSpPr>
        <p:spPr>
          <a:xfrm>
            <a:off x="4423700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7" type="title"/>
          </p:nvPr>
        </p:nvSpPr>
        <p:spPr>
          <a:xfrm>
            <a:off x="6562725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8" type="title"/>
          </p:nvPr>
        </p:nvSpPr>
        <p:spPr>
          <a:xfrm>
            <a:off x="4423700" y="334170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9" type="title"/>
          </p:nvPr>
        </p:nvSpPr>
        <p:spPr>
          <a:xfrm>
            <a:off x="6562725" y="3341688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13" type="title"/>
          </p:nvPr>
        </p:nvSpPr>
        <p:spPr>
          <a:xfrm>
            <a:off x="966700" y="1417525"/>
            <a:ext cx="20727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4"/>
          <p:cNvSpPr/>
          <p:nvPr/>
        </p:nvSpPr>
        <p:spPr>
          <a:xfrm flipH="1" rot="5400000">
            <a:off x="5532900" y="1548275"/>
            <a:ext cx="37830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1_1_1_1_1_1_1_1_1_1">
    <p:bg>
      <p:bgPr>
        <a:solidFill>
          <a:schemeClr val="dk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2" name="Google Shape;42;p5"/>
          <p:cNvSpPr txBox="1"/>
          <p:nvPr>
            <p:ph idx="1" type="subTitle"/>
          </p:nvPr>
        </p:nvSpPr>
        <p:spPr>
          <a:xfrm>
            <a:off x="5792075" y="1776150"/>
            <a:ext cx="2799600" cy="3092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43" name="Google Shape;43;p5"/>
          <p:cNvSpPr/>
          <p:nvPr>
            <p:ph idx="2" type="pic"/>
          </p:nvPr>
        </p:nvSpPr>
        <p:spPr>
          <a:xfrm>
            <a:off x="18015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4" name="Google Shape;44;p5"/>
          <p:cNvSpPr/>
          <p:nvPr>
            <p:ph idx="3" type="pic"/>
          </p:nvPr>
        </p:nvSpPr>
        <p:spPr>
          <a:xfrm>
            <a:off x="18015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5" name="Google Shape;45;p5"/>
          <p:cNvSpPr/>
          <p:nvPr>
            <p:ph idx="4" type="pic"/>
          </p:nvPr>
        </p:nvSpPr>
        <p:spPr>
          <a:xfrm>
            <a:off x="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6" name="Google Shape;46;p5"/>
          <p:cNvSpPr/>
          <p:nvPr>
            <p:ph idx="5" type="pic"/>
          </p:nvPr>
        </p:nvSpPr>
        <p:spPr>
          <a:xfrm>
            <a:off x="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7" name="Google Shape;47;p5"/>
          <p:cNvSpPr/>
          <p:nvPr>
            <p:ph idx="6" type="pic"/>
          </p:nvPr>
        </p:nvSpPr>
        <p:spPr>
          <a:xfrm>
            <a:off x="36030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8" name="Google Shape;48;p5"/>
          <p:cNvSpPr/>
          <p:nvPr>
            <p:ph idx="7" type="pic"/>
          </p:nvPr>
        </p:nvSpPr>
        <p:spPr>
          <a:xfrm>
            <a:off x="36030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3">
  <p:cSld name="BLANK_1_1_1_1_1_1_1_1_1_1_1_1"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3" name="Google Shape;53;p6"/>
          <p:cNvSpPr txBox="1"/>
          <p:nvPr>
            <p:ph type="title"/>
          </p:nvPr>
        </p:nvSpPr>
        <p:spPr>
          <a:xfrm>
            <a:off x="5821575" y="1709925"/>
            <a:ext cx="2882700" cy="62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2" type="title"/>
          </p:nvPr>
        </p:nvSpPr>
        <p:spPr>
          <a:xfrm>
            <a:off x="516600" y="486575"/>
            <a:ext cx="3823500" cy="67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1" type="subTitle"/>
          </p:nvPr>
        </p:nvSpPr>
        <p:spPr>
          <a:xfrm>
            <a:off x="5821575" y="2476500"/>
            <a:ext cx="2019900" cy="45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3" type="title"/>
          </p:nvPr>
        </p:nvSpPr>
        <p:spPr>
          <a:xfrm>
            <a:off x="5810125" y="3070875"/>
            <a:ext cx="2388600" cy="52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4" type="subTitle"/>
          </p:nvPr>
        </p:nvSpPr>
        <p:spPr>
          <a:xfrm>
            <a:off x="5821575" y="34260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6"/>
          <p:cNvSpPr/>
          <p:nvPr>
            <p:ph idx="5" type="pic"/>
          </p:nvPr>
        </p:nvSpPr>
        <p:spPr>
          <a:xfrm>
            <a:off x="0" y="1502400"/>
            <a:ext cx="5404500" cy="3639600"/>
          </a:xfrm>
          <a:prstGeom prst="snip1Rect">
            <a:avLst>
              <a:gd fmla="val 16026" name="adj"/>
            </a:avLst>
          </a:prstGeom>
          <a:noFill/>
          <a:ln>
            <a:noFill/>
          </a:ln>
        </p:spPr>
      </p:sp>
      <p:sp>
        <p:nvSpPr>
          <p:cNvPr id="59" name="Google Shape;59;p6"/>
          <p:cNvSpPr txBox="1"/>
          <p:nvPr>
            <p:ph idx="6" type="subTitle"/>
          </p:nvPr>
        </p:nvSpPr>
        <p:spPr>
          <a:xfrm>
            <a:off x="5794900" y="4333425"/>
            <a:ext cx="2718300" cy="35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" name="Google Shape;60;p6"/>
          <p:cNvSpPr txBox="1"/>
          <p:nvPr>
            <p:ph idx="7" type="subTitle"/>
          </p:nvPr>
        </p:nvSpPr>
        <p:spPr>
          <a:xfrm>
            <a:off x="5821575" y="45014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5 ">
  <p:cSld name="BLANK_1_1_1_1_1_1_1">
    <p:bg>
      <p:bgPr>
        <a:solidFill>
          <a:schemeClr val="accent5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/>
          <p:nvPr/>
        </p:nvSpPr>
        <p:spPr>
          <a:xfrm>
            <a:off x="731650" y="619550"/>
            <a:ext cx="84123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3" name="Google Shape;63;p7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5" name="Google Shape;65;p7"/>
          <p:cNvSpPr txBox="1"/>
          <p:nvPr>
            <p:ph idx="1" type="subTitle"/>
          </p:nvPr>
        </p:nvSpPr>
        <p:spPr>
          <a:xfrm>
            <a:off x="920550" y="4518700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6">
  <p:cSld name="BLANK_1_1_1_1_1_1_2">
    <p:bg>
      <p:bgPr>
        <a:solidFill>
          <a:schemeClr val="accent2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557100" y="5607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1" name="Google Shape;71;p8"/>
          <p:cNvSpPr txBox="1"/>
          <p:nvPr>
            <p:ph type="title"/>
          </p:nvPr>
        </p:nvSpPr>
        <p:spPr>
          <a:xfrm>
            <a:off x="910650" y="1462775"/>
            <a:ext cx="7349400" cy="2513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2" name="Google Shape;72;p8"/>
          <p:cNvSpPr txBox="1"/>
          <p:nvPr>
            <p:ph idx="1" type="subTitle"/>
          </p:nvPr>
        </p:nvSpPr>
        <p:spPr>
          <a:xfrm>
            <a:off x="948750" y="4188925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3" name="Google Shape;73;p8"/>
          <p:cNvSpPr txBox="1"/>
          <p:nvPr>
            <p:ph idx="2" type="title"/>
          </p:nvPr>
        </p:nvSpPr>
        <p:spPr>
          <a:xfrm>
            <a:off x="948750" y="930950"/>
            <a:ext cx="7311300" cy="31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7 ">
  <p:cSld name="CUSTOM_11">
    <p:bg>
      <p:bgPr>
        <a:solidFill>
          <a:schemeClr val="lt2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/>
          <p:nvPr/>
        </p:nvSpPr>
        <p:spPr>
          <a:xfrm>
            <a:off x="5444100" y="27283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5448300" y="6949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5438163" y="476175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9" name="Google Shape;79;p9"/>
          <p:cNvSpPr/>
          <p:nvPr/>
        </p:nvSpPr>
        <p:spPr>
          <a:xfrm>
            <a:off x="5437625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80" name="Google Shape;80;p9"/>
          <p:cNvSpPr txBox="1"/>
          <p:nvPr>
            <p:ph type="title"/>
          </p:nvPr>
        </p:nvSpPr>
        <p:spPr>
          <a:xfrm>
            <a:off x="931675" y="907075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idx="2" type="title"/>
          </p:nvPr>
        </p:nvSpPr>
        <p:spPr>
          <a:xfrm>
            <a:off x="931675" y="1712050"/>
            <a:ext cx="4005900" cy="170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8 ">
  <p:cSld name="CUSTOM_12">
    <p:bg>
      <p:bgPr>
        <a:solidFill>
          <a:schemeClr val="accent5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5596500" y="27314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5587725" y="6980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901475" y="907075"/>
            <a:ext cx="4695000" cy="86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2" type="title"/>
          </p:nvPr>
        </p:nvSpPr>
        <p:spPr>
          <a:xfrm>
            <a:off x="930907" y="1836900"/>
            <a:ext cx="4005900" cy="187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8" name="Google Shape;88;p10"/>
          <p:cNvSpPr/>
          <p:nvPr/>
        </p:nvSpPr>
        <p:spPr>
          <a:xfrm>
            <a:off x="5586750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89" name="Google Shape;89;p10"/>
          <p:cNvSpPr/>
          <p:nvPr/>
        </p:nvSpPr>
        <p:spPr>
          <a:xfrm>
            <a:off x="5590563" y="476250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">
    <p:bg>
      <p:bgPr>
        <a:solidFill>
          <a:schemeClr val="accent5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/>
          <p:nvPr/>
        </p:nvSpPr>
        <p:spPr>
          <a:xfrm>
            <a:off x="696050" y="619550"/>
            <a:ext cx="84480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2" name="Google Shape;92;p11"/>
          <p:cNvSpPr/>
          <p:nvPr/>
        </p:nvSpPr>
        <p:spPr>
          <a:xfrm>
            <a:off x="4930700" y="619550"/>
            <a:ext cx="4213200" cy="452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3" name="Google Shape;93;p11"/>
          <p:cNvSpPr/>
          <p:nvPr>
            <p:ph idx="2" type="pic"/>
          </p:nvPr>
        </p:nvSpPr>
        <p:spPr>
          <a:xfrm flipH="1">
            <a:off x="4930693" y="61955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4" name="Google Shape;94;p11"/>
          <p:cNvSpPr txBox="1"/>
          <p:nvPr>
            <p:ph type="title"/>
          </p:nvPr>
        </p:nvSpPr>
        <p:spPr>
          <a:xfrm>
            <a:off x="929475" y="914400"/>
            <a:ext cx="3633000" cy="1077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95" name="Google Shape;95;p11"/>
          <p:cNvSpPr/>
          <p:nvPr>
            <p:ph idx="3" type="pic"/>
          </p:nvPr>
        </p:nvSpPr>
        <p:spPr>
          <a:xfrm flipH="1">
            <a:off x="696043" y="2125400"/>
            <a:ext cx="21291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6" name="Google Shape;96;p11"/>
          <p:cNvSpPr/>
          <p:nvPr>
            <p:ph idx="4" type="pic"/>
          </p:nvPr>
        </p:nvSpPr>
        <p:spPr>
          <a:xfrm flipH="1">
            <a:off x="4930693" y="363530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7" name="Google Shape;97;p11"/>
          <p:cNvSpPr txBox="1"/>
          <p:nvPr>
            <p:ph idx="5" type="title"/>
          </p:nvPr>
        </p:nvSpPr>
        <p:spPr>
          <a:xfrm>
            <a:off x="7243093" y="85154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6" type="title"/>
          </p:nvPr>
        </p:nvSpPr>
        <p:spPr>
          <a:xfrm>
            <a:off x="3257860" y="2361757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7" type="title"/>
          </p:nvPr>
        </p:nvSpPr>
        <p:spPr>
          <a:xfrm>
            <a:off x="7229582" y="387822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1" type="body"/>
          </p:nvPr>
        </p:nvSpPr>
        <p:spPr>
          <a:xfrm>
            <a:off x="3257120" y="2663823"/>
            <a:ext cx="15789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8" type="body"/>
          </p:nvPr>
        </p:nvSpPr>
        <p:spPr>
          <a:xfrm>
            <a:off x="7237317" y="4178575"/>
            <a:ext cx="17844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9" type="body"/>
          </p:nvPr>
        </p:nvSpPr>
        <p:spPr>
          <a:xfrm>
            <a:off x="7246218" y="1157300"/>
            <a:ext cx="16800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4">
  <p:cSld name="CUSTOM_15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2"/>
          <p:cNvPicPr preferRelativeResize="0"/>
          <p:nvPr/>
        </p:nvPicPr>
        <p:blipFill rotWithShape="1">
          <a:blip r:embed="rId2">
            <a:alphaModFix amt="10000"/>
          </a:blip>
          <a:srcRect b="0" l="789" r="12432" t="0"/>
          <a:stretch/>
        </p:blipFill>
        <p:spPr>
          <a:xfrm>
            <a:off x="0" y="-125"/>
            <a:ext cx="6696900" cy="51435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05" name="Google Shape;105;p12"/>
          <p:cNvSpPr txBox="1"/>
          <p:nvPr>
            <p:ph type="title"/>
          </p:nvPr>
        </p:nvSpPr>
        <p:spPr>
          <a:xfrm>
            <a:off x="7055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6" name="Google Shape;106;p12"/>
          <p:cNvSpPr txBox="1"/>
          <p:nvPr>
            <p:ph idx="2" type="title"/>
          </p:nvPr>
        </p:nvSpPr>
        <p:spPr>
          <a:xfrm>
            <a:off x="7055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7" name="Google Shape;107;p12"/>
          <p:cNvSpPr txBox="1"/>
          <p:nvPr>
            <p:ph idx="3" type="title"/>
          </p:nvPr>
        </p:nvSpPr>
        <p:spPr>
          <a:xfrm>
            <a:off x="34617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8" name="Google Shape;108;p12"/>
          <p:cNvSpPr txBox="1"/>
          <p:nvPr>
            <p:ph idx="4" type="title"/>
          </p:nvPr>
        </p:nvSpPr>
        <p:spPr>
          <a:xfrm>
            <a:off x="34617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9" name="Google Shape;109;p12"/>
          <p:cNvSpPr txBox="1"/>
          <p:nvPr>
            <p:ph idx="5" type="title"/>
          </p:nvPr>
        </p:nvSpPr>
        <p:spPr>
          <a:xfrm>
            <a:off x="62191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0" name="Google Shape;110;p12"/>
          <p:cNvSpPr txBox="1"/>
          <p:nvPr>
            <p:ph idx="6" type="title"/>
          </p:nvPr>
        </p:nvSpPr>
        <p:spPr>
          <a:xfrm>
            <a:off x="62191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1" name="Google Shape;111;p12"/>
          <p:cNvSpPr txBox="1"/>
          <p:nvPr>
            <p:ph idx="7" type="title"/>
          </p:nvPr>
        </p:nvSpPr>
        <p:spPr>
          <a:xfrm>
            <a:off x="430209" y="907725"/>
            <a:ext cx="6815400" cy="103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700"/>
              <a:buNone/>
              <a:defRPr sz="37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9 ">
  <p:cSld name="BLANK_1_1_1_1_1_1_1_1_1_1_1_1_1_1_1_1_1_1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/>
          <p:nvPr/>
        </p:nvSpPr>
        <p:spPr>
          <a:xfrm>
            <a:off x="3400700" y="0"/>
            <a:ext cx="5742900" cy="1427100"/>
          </a:xfrm>
          <a:prstGeom prst="snip1Rect">
            <a:avLst>
              <a:gd fmla="val 2740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4" name="Google Shape;114;p13"/>
          <p:cNvSpPr txBox="1"/>
          <p:nvPr>
            <p:ph idx="1" type="subTitle"/>
          </p:nvPr>
        </p:nvSpPr>
        <p:spPr>
          <a:xfrm>
            <a:off x="3718425" y="402000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5" name="Google Shape;115;p13"/>
          <p:cNvSpPr/>
          <p:nvPr/>
        </p:nvSpPr>
        <p:spPr>
          <a:xfrm>
            <a:off x="3400700" y="1427100"/>
            <a:ext cx="5742900" cy="1790400"/>
          </a:xfrm>
          <a:prstGeom prst="snip1Rect">
            <a:avLst>
              <a:gd fmla="val 2378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3400700" y="3217500"/>
            <a:ext cx="5742900" cy="1924500"/>
          </a:xfrm>
          <a:prstGeom prst="snip1Rect">
            <a:avLst>
              <a:gd fmla="val 2219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7" name="Google Shape;117;p13"/>
          <p:cNvSpPr txBox="1"/>
          <p:nvPr>
            <p:ph idx="2" type="subTitle"/>
          </p:nvPr>
        </p:nvSpPr>
        <p:spPr>
          <a:xfrm>
            <a:off x="4249525" y="402000"/>
            <a:ext cx="43158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3" type="subTitle"/>
          </p:nvPr>
        </p:nvSpPr>
        <p:spPr>
          <a:xfrm>
            <a:off x="3718425" y="1696338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9" name="Google Shape;119;p13"/>
          <p:cNvSpPr txBox="1"/>
          <p:nvPr>
            <p:ph idx="4" type="subTitle"/>
          </p:nvPr>
        </p:nvSpPr>
        <p:spPr>
          <a:xfrm>
            <a:off x="4249525" y="1696338"/>
            <a:ext cx="18684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20" name="Google Shape;120;p13"/>
          <p:cNvSpPr txBox="1"/>
          <p:nvPr>
            <p:ph type="title"/>
          </p:nvPr>
        </p:nvSpPr>
        <p:spPr>
          <a:xfrm>
            <a:off x="556500" y="531900"/>
            <a:ext cx="27147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1" name="Google Shape;121;p13"/>
          <p:cNvSpPr/>
          <p:nvPr>
            <p:ph idx="5" type="pic"/>
          </p:nvPr>
        </p:nvSpPr>
        <p:spPr>
          <a:xfrm>
            <a:off x="75" y="2673275"/>
            <a:ext cx="3400800" cy="2471400"/>
          </a:xfrm>
          <a:prstGeom prst="snip1Rect">
            <a:avLst>
              <a:gd fmla="val 21231" name="adj"/>
            </a:avLst>
          </a:prstGeom>
          <a:noFill/>
          <a:ln>
            <a:noFill/>
          </a:ln>
        </p:spPr>
      </p:sp>
      <p:sp>
        <p:nvSpPr>
          <p:cNvPr id="122" name="Google Shape;122;p13"/>
          <p:cNvSpPr txBox="1"/>
          <p:nvPr>
            <p:ph idx="6" type="subTitle"/>
          </p:nvPr>
        </p:nvSpPr>
        <p:spPr>
          <a:xfrm>
            <a:off x="582450" y="1733025"/>
            <a:ext cx="24006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3" name="Google Shape;123;p13"/>
          <p:cNvSpPr txBox="1"/>
          <p:nvPr>
            <p:ph idx="7" type="subTitle"/>
          </p:nvPr>
        </p:nvSpPr>
        <p:spPr>
          <a:xfrm>
            <a:off x="3718450" y="3470325"/>
            <a:ext cx="3678300" cy="45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4" name="Google Shape;124;p13"/>
          <p:cNvSpPr txBox="1"/>
          <p:nvPr>
            <p:ph idx="8" type="subTitle"/>
          </p:nvPr>
        </p:nvSpPr>
        <p:spPr>
          <a:xfrm>
            <a:off x="3724200" y="3884675"/>
            <a:ext cx="50631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25" name="Google Shape;125;p13"/>
          <p:cNvSpPr txBox="1"/>
          <p:nvPr>
            <p:ph idx="9" type="subTitle"/>
          </p:nvPr>
        </p:nvSpPr>
        <p:spPr>
          <a:xfrm>
            <a:off x="5999175" y="1696338"/>
            <a:ext cx="27873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0">
  <p:cSld name="BLANK_1_1_1_1_1_1_1_1_1_1_1_1_1_1_1_1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 txBox="1"/>
          <p:nvPr>
            <p:ph type="title"/>
          </p:nvPr>
        </p:nvSpPr>
        <p:spPr>
          <a:xfrm>
            <a:off x="508000" y="466750"/>
            <a:ext cx="37527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8" name="Google Shape;128;p14"/>
          <p:cNvSpPr/>
          <p:nvPr>
            <p:ph idx="2" type="pic"/>
          </p:nvPr>
        </p:nvSpPr>
        <p:spPr>
          <a:xfrm>
            <a:off x="75" y="2673275"/>
            <a:ext cx="3014400" cy="24714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29" name="Google Shape;129;p14"/>
          <p:cNvSpPr/>
          <p:nvPr>
            <p:ph idx="3" type="pic"/>
          </p:nvPr>
        </p:nvSpPr>
        <p:spPr>
          <a:xfrm>
            <a:off x="5341625" y="-3800"/>
            <a:ext cx="3802500" cy="18993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130" name="Google Shape;130;p14"/>
          <p:cNvSpPr/>
          <p:nvPr/>
        </p:nvSpPr>
        <p:spPr>
          <a:xfrm>
            <a:off x="5341400" y="1709375"/>
            <a:ext cx="3802500" cy="3435300"/>
          </a:xfrm>
          <a:prstGeom prst="snip1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3014300" y="2673275"/>
            <a:ext cx="2327100" cy="24714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2" name="Google Shape;132;p14"/>
          <p:cNvSpPr txBox="1"/>
          <p:nvPr>
            <p:ph idx="1" type="subTitle"/>
          </p:nvPr>
        </p:nvSpPr>
        <p:spPr>
          <a:xfrm>
            <a:off x="3364075" y="3159975"/>
            <a:ext cx="14595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3" name="Google Shape;133;p14"/>
          <p:cNvSpPr txBox="1"/>
          <p:nvPr>
            <p:ph idx="4" type="subTitle"/>
          </p:nvPr>
        </p:nvSpPr>
        <p:spPr>
          <a:xfrm>
            <a:off x="5794450" y="2073450"/>
            <a:ext cx="1459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5" type="subTitle"/>
          </p:nvPr>
        </p:nvSpPr>
        <p:spPr>
          <a:xfrm>
            <a:off x="7371675" y="2073450"/>
            <a:ext cx="1294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5" name="Google Shape;135;p14"/>
          <p:cNvSpPr txBox="1"/>
          <p:nvPr>
            <p:ph idx="6" type="subTitle"/>
          </p:nvPr>
        </p:nvSpPr>
        <p:spPr>
          <a:xfrm>
            <a:off x="5794450" y="3940350"/>
            <a:ext cx="2831400" cy="917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1">
  <p:cSld name="BLANK_1_1_1_1_1_1_1_1_1_1_1_1_1_1_1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/>
          <p:nvPr>
            <p:ph idx="1" type="subTitle"/>
          </p:nvPr>
        </p:nvSpPr>
        <p:spPr>
          <a:xfrm>
            <a:off x="455153" y="1847050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2" type="subTitle"/>
          </p:nvPr>
        </p:nvSpPr>
        <p:spPr>
          <a:xfrm>
            <a:off x="455153" y="2961963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3" type="subTitle"/>
          </p:nvPr>
        </p:nvSpPr>
        <p:spPr>
          <a:xfrm>
            <a:off x="455146" y="3929375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4" type="subTitle"/>
          </p:nvPr>
        </p:nvSpPr>
        <p:spPr>
          <a:xfrm>
            <a:off x="178107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5" type="subTitle"/>
          </p:nvPr>
        </p:nvSpPr>
        <p:spPr>
          <a:xfrm>
            <a:off x="3596300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6" type="subTitle"/>
          </p:nvPr>
        </p:nvSpPr>
        <p:spPr>
          <a:xfrm>
            <a:off x="541152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7" type="subTitle"/>
          </p:nvPr>
        </p:nvSpPr>
        <p:spPr>
          <a:xfrm>
            <a:off x="7226750" y="1241375"/>
            <a:ext cx="1498800" cy="26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8" type="subTitle"/>
          </p:nvPr>
        </p:nvSpPr>
        <p:spPr>
          <a:xfrm>
            <a:off x="19796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9" type="subTitle"/>
          </p:nvPr>
        </p:nvSpPr>
        <p:spPr>
          <a:xfrm>
            <a:off x="19796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3" type="subTitle"/>
          </p:nvPr>
        </p:nvSpPr>
        <p:spPr>
          <a:xfrm>
            <a:off x="19796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15"/>
          <p:cNvSpPr txBox="1"/>
          <p:nvPr>
            <p:ph idx="14" type="subTitle"/>
          </p:nvPr>
        </p:nvSpPr>
        <p:spPr>
          <a:xfrm>
            <a:off x="38059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8" name="Google Shape;148;p15"/>
          <p:cNvSpPr txBox="1"/>
          <p:nvPr>
            <p:ph idx="15" type="subTitle"/>
          </p:nvPr>
        </p:nvSpPr>
        <p:spPr>
          <a:xfrm>
            <a:off x="38059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idx="16" type="subTitle"/>
          </p:nvPr>
        </p:nvSpPr>
        <p:spPr>
          <a:xfrm>
            <a:off x="38059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 txBox="1"/>
          <p:nvPr>
            <p:ph idx="17" type="subTitle"/>
          </p:nvPr>
        </p:nvSpPr>
        <p:spPr>
          <a:xfrm>
            <a:off x="56322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8" type="subTitle"/>
          </p:nvPr>
        </p:nvSpPr>
        <p:spPr>
          <a:xfrm>
            <a:off x="56322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19" type="subTitle"/>
          </p:nvPr>
        </p:nvSpPr>
        <p:spPr>
          <a:xfrm>
            <a:off x="56322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15"/>
          <p:cNvSpPr txBox="1"/>
          <p:nvPr>
            <p:ph idx="20" type="subTitle"/>
          </p:nvPr>
        </p:nvSpPr>
        <p:spPr>
          <a:xfrm>
            <a:off x="74585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15"/>
          <p:cNvSpPr txBox="1"/>
          <p:nvPr>
            <p:ph idx="21" type="subTitle"/>
          </p:nvPr>
        </p:nvSpPr>
        <p:spPr>
          <a:xfrm>
            <a:off x="74585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5"/>
          <p:cNvSpPr txBox="1"/>
          <p:nvPr>
            <p:ph idx="22" type="subTitle"/>
          </p:nvPr>
        </p:nvSpPr>
        <p:spPr>
          <a:xfrm>
            <a:off x="74585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5"/>
          <p:cNvSpPr txBox="1"/>
          <p:nvPr>
            <p:ph type="title"/>
          </p:nvPr>
        </p:nvSpPr>
        <p:spPr>
          <a:xfrm>
            <a:off x="452621" y="455239"/>
            <a:ext cx="6964800" cy="651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2">
  <p:cSld name="CUSTOM_14"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type="title"/>
          </p:nvPr>
        </p:nvSpPr>
        <p:spPr>
          <a:xfrm>
            <a:off x="966625" y="1926200"/>
            <a:ext cx="1589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2" type="title"/>
          </p:nvPr>
        </p:nvSpPr>
        <p:spPr>
          <a:xfrm>
            <a:off x="2768150" y="1926200"/>
            <a:ext cx="15189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3" type="title"/>
          </p:nvPr>
        </p:nvSpPr>
        <p:spPr>
          <a:xfrm>
            <a:off x="4609425" y="1926200"/>
            <a:ext cx="16200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4" type="title"/>
          </p:nvPr>
        </p:nvSpPr>
        <p:spPr>
          <a:xfrm>
            <a:off x="2876400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5" type="title"/>
          </p:nvPr>
        </p:nvSpPr>
        <p:spPr>
          <a:xfrm>
            <a:off x="6564575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6" type="title"/>
          </p:nvPr>
        </p:nvSpPr>
        <p:spPr>
          <a:xfrm>
            <a:off x="966625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7" type="title"/>
          </p:nvPr>
        </p:nvSpPr>
        <p:spPr>
          <a:xfrm>
            <a:off x="2768161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8" type="title"/>
          </p:nvPr>
        </p:nvSpPr>
        <p:spPr>
          <a:xfrm>
            <a:off x="4609425" y="222800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9" type="title"/>
          </p:nvPr>
        </p:nvSpPr>
        <p:spPr>
          <a:xfrm>
            <a:off x="6437300" y="1926200"/>
            <a:ext cx="1376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3" type="title"/>
          </p:nvPr>
        </p:nvSpPr>
        <p:spPr>
          <a:xfrm>
            <a:off x="6437293" y="2228000"/>
            <a:ext cx="12444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8" name="Google Shape;168;p16"/>
          <p:cNvSpPr txBox="1"/>
          <p:nvPr>
            <p:ph idx="14" type="title"/>
          </p:nvPr>
        </p:nvSpPr>
        <p:spPr>
          <a:xfrm>
            <a:off x="474675" y="467679"/>
            <a:ext cx="3593100" cy="1008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3">
  <p:cSld name="BLANK_1_1_1_1_1_1_1_1_1_1_1_1_1_1_2"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/>
          <p:nvPr/>
        </p:nvSpPr>
        <p:spPr>
          <a:xfrm>
            <a:off x="2070256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847072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203824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0" y="432050"/>
            <a:ext cx="46656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4" name="Google Shape;174;p17"/>
          <p:cNvSpPr txBox="1"/>
          <p:nvPr>
            <p:ph type="title"/>
          </p:nvPr>
        </p:nvSpPr>
        <p:spPr>
          <a:xfrm>
            <a:off x="443725" y="920775"/>
            <a:ext cx="3730500" cy="1095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75" name="Google Shape;175;p17"/>
          <p:cNvSpPr/>
          <p:nvPr/>
        </p:nvSpPr>
        <p:spPr>
          <a:xfrm>
            <a:off x="24725" y="2393073"/>
            <a:ext cx="9144000" cy="2750400"/>
          </a:xfrm>
          <a:prstGeom prst="snip1Rect">
            <a:avLst>
              <a:gd fmla="val 1595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0" y="2393075"/>
            <a:ext cx="3186600" cy="275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7" name="Google Shape;177;p17"/>
          <p:cNvSpPr txBox="1"/>
          <p:nvPr>
            <p:ph idx="2" type="title"/>
          </p:nvPr>
        </p:nvSpPr>
        <p:spPr>
          <a:xfrm>
            <a:off x="507250" y="2657169"/>
            <a:ext cx="2344800" cy="44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3" type="title"/>
          </p:nvPr>
        </p:nvSpPr>
        <p:spPr>
          <a:xfrm>
            <a:off x="454725" y="1387875"/>
            <a:ext cx="31092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4" type="title"/>
          </p:nvPr>
        </p:nvSpPr>
        <p:spPr>
          <a:xfrm>
            <a:off x="507250" y="3648688"/>
            <a:ext cx="21378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5" type="title"/>
          </p:nvPr>
        </p:nvSpPr>
        <p:spPr>
          <a:xfrm>
            <a:off x="507250" y="3960850"/>
            <a:ext cx="22425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1" name="Google Shape;181;p17"/>
          <p:cNvSpPr txBox="1"/>
          <p:nvPr>
            <p:ph idx="6" type="title"/>
          </p:nvPr>
        </p:nvSpPr>
        <p:spPr>
          <a:xfrm>
            <a:off x="507250" y="2950200"/>
            <a:ext cx="22425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2" name="Google Shape;182;p17"/>
          <p:cNvSpPr txBox="1"/>
          <p:nvPr>
            <p:ph idx="7" type="title"/>
          </p:nvPr>
        </p:nvSpPr>
        <p:spPr>
          <a:xfrm>
            <a:off x="5654225" y="2657175"/>
            <a:ext cx="9612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8" type="title"/>
          </p:nvPr>
        </p:nvSpPr>
        <p:spPr>
          <a:xfrm>
            <a:off x="7295800" y="2657175"/>
            <a:ext cx="11091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4" name="Google Shape;184;p17"/>
          <p:cNvSpPr txBox="1"/>
          <p:nvPr>
            <p:ph idx="9" type="title"/>
          </p:nvPr>
        </p:nvSpPr>
        <p:spPr>
          <a:xfrm>
            <a:off x="3958525" y="2657175"/>
            <a:ext cx="10035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5" name="Google Shape;185;p17"/>
          <p:cNvSpPr txBox="1"/>
          <p:nvPr>
            <p:ph idx="13" type="title"/>
          </p:nvPr>
        </p:nvSpPr>
        <p:spPr>
          <a:xfrm>
            <a:off x="3477950" y="3170975"/>
            <a:ext cx="15834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14" type="title"/>
          </p:nvPr>
        </p:nvSpPr>
        <p:spPr>
          <a:xfrm>
            <a:off x="5156125" y="3170975"/>
            <a:ext cx="15516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7" name="Google Shape;187;p17"/>
          <p:cNvSpPr txBox="1"/>
          <p:nvPr>
            <p:ph idx="15" type="title"/>
          </p:nvPr>
        </p:nvSpPr>
        <p:spPr>
          <a:xfrm>
            <a:off x="6837850" y="3170975"/>
            <a:ext cx="2022000" cy="1596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16" type="title"/>
          </p:nvPr>
        </p:nvSpPr>
        <p:spPr>
          <a:xfrm>
            <a:off x="3624875" y="4016425"/>
            <a:ext cx="14364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9" name="Google Shape;189;p17"/>
          <p:cNvSpPr txBox="1"/>
          <p:nvPr>
            <p:ph idx="17" type="title"/>
          </p:nvPr>
        </p:nvSpPr>
        <p:spPr>
          <a:xfrm>
            <a:off x="5303050" y="4016425"/>
            <a:ext cx="14046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4">
  <p:cSld name="CUSTOM_5_1"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/>
          <p:nvPr/>
        </p:nvSpPr>
        <p:spPr>
          <a:xfrm>
            <a:off x="1067025" y="437190"/>
            <a:ext cx="7197300" cy="38658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1491600" y="1330871"/>
            <a:ext cx="7197300" cy="36744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114875" y="875230"/>
            <a:ext cx="7197300" cy="39771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-8050" y="432050"/>
            <a:ext cx="36867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5" name="Google Shape;195;p18"/>
          <p:cNvSpPr txBox="1"/>
          <p:nvPr>
            <p:ph type="title"/>
          </p:nvPr>
        </p:nvSpPr>
        <p:spPr>
          <a:xfrm>
            <a:off x="451900" y="843775"/>
            <a:ext cx="296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1" type="subTitle"/>
          </p:nvPr>
        </p:nvSpPr>
        <p:spPr>
          <a:xfrm>
            <a:off x="478650" y="2476500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2" type="title"/>
          </p:nvPr>
        </p:nvSpPr>
        <p:spPr>
          <a:xfrm>
            <a:off x="488175" y="2044800"/>
            <a:ext cx="14520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8" name="Google Shape;198;p18"/>
          <p:cNvSpPr txBox="1"/>
          <p:nvPr>
            <p:ph idx="3" type="subTitle"/>
          </p:nvPr>
        </p:nvSpPr>
        <p:spPr>
          <a:xfrm>
            <a:off x="2102625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4" type="title"/>
          </p:nvPr>
        </p:nvSpPr>
        <p:spPr>
          <a:xfrm>
            <a:off x="2102625" y="2044800"/>
            <a:ext cx="15825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5" type="subTitle"/>
          </p:nvPr>
        </p:nvSpPr>
        <p:spPr>
          <a:xfrm>
            <a:off x="3875050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18"/>
          <p:cNvSpPr txBox="1"/>
          <p:nvPr>
            <p:ph idx="6" type="title"/>
          </p:nvPr>
        </p:nvSpPr>
        <p:spPr>
          <a:xfrm>
            <a:off x="3875051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7" type="subTitle"/>
          </p:nvPr>
        </p:nvSpPr>
        <p:spPr>
          <a:xfrm>
            <a:off x="5618263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8" type="title"/>
          </p:nvPr>
        </p:nvSpPr>
        <p:spPr>
          <a:xfrm>
            <a:off x="5618275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4" name="Google Shape;204;p18"/>
          <p:cNvSpPr txBox="1"/>
          <p:nvPr>
            <p:ph idx="9" type="subTitle"/>
          </p:nvPr>
        </p:nvSpPr>
        <p:spPr>
          <a:xfrm>
            <a:off x="7354438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18"/>
          <p:cNvSpPr txBox="1"/>
          <p:nvPr>
            <p:ph idx="13" type="title"/>
          </p:nvPr>
        </p:nvSpPr>
        <p:spPr>
          <a:xfrm>
            <a:off x="7354449" y="2044799"/>
            <a:ext cx="17976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4" type="subTitle"/>
          </p:nvPr>
        </p:nvSpPr>
        <p:spPr>
          <a:xfrm>
            <a:off x="478650" y="3104100"/>
            <a:ext cx="1452000" cy="61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5" type="subTitle"/>
          </p:nvPr>
        </p:nvSpPr>
        <p:spPr>
          <a:xfrm>
            <a:off x="2102625" y="3104100"/>
            <a:ext cx="1582500" cy="64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18"/>
          <p:cNvSpPr txBox="1"/>
          <p:nvPr>
            <p:ph idx="16" type="subTitle"/>
          </p:nvPr>
        </p:nvSpPr>
        <p:spPr>
          <a:xfrm>
            <a:off x="5618275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17" type="subTitle"/>
          </p:nvPr>
        </p:nvSpPr>
        <p:spPr>
          <a:xfrm>
            <a:off x="7354450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18"/>
          <p:cNvSpPr txBox="1"/>
          <p:nvPr>
            <p:ph idx="18" type="subTitle"/>
          </p:nvPr>
        </p:nvSpPr>
        <p:spPr>
          <a:xfrm>
            <a:off x="625400" y="3960650"/>
            <a:ext cx="11397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8"/>
          <p:cNvSpPr txBox="1"/>
          <p:nvPr>
            <p:ph idx="19" type="subTitle"/>
          </p:nvPr>
        </p:nvSpPr>
        <p:spPr>
          <a:xfrm>
            <a:off x="2239700" y="3960657"/>
            <a:ext cx="1139700" cy="8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18"/>
          <p:cNvSpPr txBox="1"/>
          <p:nvPr>
            <p:ph idx="20" type="subTitle"/>
          </p:nvPr>
        </p:nvSpPr>
        <p:spPr>
          <a:xfrm>
            <a:off x="4021800" y="3960660"/>
            <a:ext cx="11397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18"/>
          <p:cNvSpPr txBox="1"/>
          <p:nvPr>
            <p:ph idx="21" type="subTitle"/>
          </p:nvPr>
        </p:nvSpPr>
        <p:spPr>
          <a:xfrm>
            <a:off x="5765025" y="3960650"/>
            <a:ext cx="14112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18"/>
          <p:cNvSpPr txBox="1"/>
          <p:nvPr>
            <p:ph idx="22" type="subTitle"/>
          </p:nvPr>
        </p:nvSpPr>
        <p:spPr>
          <a:xfrm>
            <a:off x="7491550" y="3960657"/>
            <a:ext cx="1139700" cy="774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18"/>
          <p:cNvSpPr txBox="1"/>
          <p:nvPr>
            <p:ph idx="23" type="subTitle"/>
          </p:nvPr>
        </p:nvSpPr>
        <p:spPr>
          <a:xfrm>
            <a:off x="3875050" y="3104100"/>
            <a:ext cx="15579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1">
  <p:cSld name="CUSTOM_5_1_1_1_4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"/>
          <p:cNvSpPr/>
          <p:nvPr>
            <p:ph idx="2" type="pic"/>
          </p:nvPr>
        </p:nvSpPr>
        <p:spPr>
          <a:xfrm>
            <a:off x="-1600" y="1969350"/>
            <a:ext cx="9144000" cy="3174600"/>
          </a:xfrm>
          <a:prstGeom prst="snip1Rect">
            <a:avLst>
              <a:gd fmla="val 19548" name="adj"/>
            </a:avLst>
          </a:prstGeom>
          <a:noFill/>
          <a:ln>
            <a:noFill/>
          </a:ln>
        </p:spPr>
      </p:sp>
      <p:sp>
        <p:nvSpPr>
          <p:cNvPr id="218" name="Google Shape;218;p19"/>
          <p:cNvSpPr txBox="1"/>
          <p:nvPr>
            <p:ph type="title"/>
          </p:nvPr>
        </p:nvSpPr>
        <p:spPr>
          <a:xfrm>
            <a:off x="5254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9" name="Google Shape;219;p19"/>
          <p:cNvSpPr txBox="1"/>
          <p:nvPr>
            <p:ph idx="1" type="body"/>
          </p:nvPr>
        </p:nvSpPr>
        <p:spPr>
          <a:xfrm>
            <a:off x="5254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19"/>
          <p:cNvSpPr txBox="1"/>
          <p:nvPr>
            <p:ph idx="3" type="title"/>
          </p:nvPr>
        </p:nvSpPr>
        <p:spPr>
          <a:xfrm>
            <a:off x="24096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1" name="Google Shape;221;p19"/>
          <p:cNvSpPr txBox="1"/>
          <p:nvPr>
            <p:ph idx="4" type="body"/>
          </p:nvPr>
        </p:nvSpPr>
        <p:spPr>
          <a:xfrm>
            <a:off x="24096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19"/>
          <p:cNvSpPr txBox="1"/>
          <p:nvPr>
            <p:ph idx="5" type="title"/>
          </p:nvPr>
        </p:nvSpPr>
        <p:spPr>
          <a:xfrm>
            <a:off x="42938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3" name="Google Shape;223;p19"/>
          <p:cNvSpPr txBox="1"/>
          <p:nvPr>
            <p:ph idx="6" type="body"/>
          </p:nvPr>
        </p:nvSpPr>
        <p:spPr>
          <a:xfrm>
            <a:off x="42938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4" name="Google Shape;224;p19"/>
          <p:cNvSpPr txBox="1"/>
          <p:nvPr>
            <p:ph idx="7" type="title"/>
          </p:nvPr>
        </p:nvSpPr>
        <p:spPr>
          <a:xfrm>
            <a:off x="61780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5" name="Google Shape;225;p19"/>
          <p:cNvSpPr txBox="1"/>
          <p:nvPr>
            <p:ph idx="8" type="body"/>
          </p:nvPr>
        </p:nvSpPr>
        <p:spPr>
          <a:xfrm>
            <a:off x="61780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6" name="Google Shape;226;p19"/>
          <p:cNvSpPr txBox="1"/>
          <p:nvPr>
            <p:ph idx="9" type="subTitle"/>
          </p:nvPr>
        </p:nvSpPr>
        <p:spPr>
          <a:xfrm>
            <a:off x="24096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7" name="Google Shape;227;p19"/>
          <p:cNvSpPr txBox="1"/>
          <p:nvPr>
            <p:ph idx="13" type="subTitle"/>
          </p:nvPr>
        </p:nvSpPr>
        <p:spPr>
          <a:xfrm>
            <a:off x="5254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8" name="Google Shape;228;p19"/>
          <p:cNvSpPr txBox="1"/>
          <p:nvPr>
            <p:ph idx="14" type="subTitle"/>
          </p:nvPr>
        </p:nvSpPr>
        <p:spPr>
          <a:xfrm>
            <a:off x="42938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9" name="Google Shape;229;p19"/>
          <p:cNvSpPr txBox="1"/>
          <p:nvPr>
            <p:ph idx="15" type="subTitle"/>
          </p:nvPr>
        </p:nvSpPr>
        <p:spPr>
          <a:xfrm>
            <a:off x="61780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0" name="Google Shape;230;p19"/>
          <p:cNvSpPr txBox="1"/>
          <p:nvPr>
            <p:ph idx="16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1" name="Google Shape;231;p19"/>
          <p:cNvSpPr txBox="1"/>
          <p:nvPr>
            <p:ph idx="17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4">
  <p:cSld name="CUSTOM_5_1_1_1_1">
    <p:bg>
      <p:bgPr>
        <a:solidFill>
          <a:schemeClr val="lt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4" name="Google Shape;234;p20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5" name="Google Shape;235;p20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6" name="Google Shape;236;p20"/>
          <p:cNvSpPr txBox="1"/>
          <p:nvPr>
            <p:ph idx="2" type="title"/>
          </p:nvPr>
        </p:nvSpPr>
        <p:spPr>
          <a:xfrm>
            <a:off x="6026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7" name="Google Shape;237;p20"/>
          <p:cNvSpPr txBox="1"/>
          <p:nvPr>
            <p:ph idx="3" type="body"/>
          </p:nvPr>
        </p:nvSpPr>
        <p:spPr>
          <a:xfrm>
            <a:off x="6026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8" name="Google Shape;238;p20"/>
          <p:cNvSpPr txBox="1"/>
          <p:nvPr>
            <p:ph idx="4" type="title"/>
          </p:nvPr>
        </p:nvSpPr>
        <p:spPr>
          <a:xfrm>
            <a:off x="2253138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9" name="Google Shape;239;p20"/>
          <p:cNvSpPr txBox="1"/>
          <p:nvPr>
            <p:ph idx="5" type="body"/>
          </p:nvPr>
        </p:nvSpPr>
        <p:spPr>
          <a:xfrm>
            <a:off x="2253138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0" name="Google Shape;240;p20"/>
          <p:cNvSpPr txBox="1"/>
          <p:nvPr>
            <p:ph idx="6" type="title"/>
          </p:nvPr>
        </p:nvSpPr>
        <p:spPr>
          <a:xfrm>
            <a:off x="3903575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1" name="Google Shape;241;p20"/>
          <p:cNvSpPr txBox="1"/>
          <p:nvPr>
            <p:ph idx="7" type="body"/>
          </p:nvPr>
        </p:nvSpPr>
        <p:spPr>
          <a:xfrm>
            <a:off x="3903575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2" name="Google Shape;242;p20"/>
          <p:cNvSpPr txBox="1"/>
          <p:nvPr>
            <p:ph idx="8" type="title"/>
          </p:nvPr>
        </p:nvSpPr>
        <p:spPr>
          <a:xfrm>
            <a:off x="555405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3" name="Google Shape;243;p20"/>
          <p:cNvSpPr txBox="1"/>
          <p:nvPr>
            <p:ph idx="9" type="body"/>
          </p:nvPr>
        </p:nvSpPr>
        <p:spPr>
          <a:xfrm>
            <a:off x="555405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4" name="Google Shape;244;p20"/>
          <p:cNvSpPr txBox="1"/>
          <p:nvPr>
            <p:ph idx="13" type="title"/>
          </p:nvPr>
        </p:nvSpPr>
        <p:spPr>
          <a:xfrm>
            <a:off x="72045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5" name="Google Shape;245;p20"/>
          <p:cNvSpPr txBox="1"/>
          <p:nvPr>
            <p:ph idx="14" type="body"/>
          </p:nvPr>
        </p:nvSpPr>
        <p:spPr>
          <a:xfrm>
            <a:off x="72045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3">
    <p:bg>
      <p:bgPr>
        <a:solidFill>
          <a:schemeClr val="accent4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"/>
          <p:cNvSpPr/>
          <p:nvPr/>
        </p:nvSpPr>
        <p:spPr>
          <a:xfrm>
            <a:off x="0" y="0"/>
            <a:ext cx="5521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8" name="Google Shape;248;p21"/>
          <p:cNvSpPr txBox="1"/>
          <p:nvPr>
            <p:ph idx="1" type="subTitle"/>
          </p:nvPr>
        </p:nvSpPr>
        <p:spPr>
          <a:xfrm>
            <a:off x="462950" y="41990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1"/>
          <p:cNvSpPr txBox="1"/>
          <p:nvPr>
            <p:ph type="title"/>
          </p:nvPr>
        </p:nvSpPr>
        <p:spPr>
          <a:xfrm>
            <a:off x="459325" y="1827800"/>
            <a:ext cx="3977700" cy="61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0" name="Google Shape;250;p21"/>
          <p:cNvSpPr txBox="1"/>
          <p:nvPr>
            <p:ph idx="2" type="title"/>
          </p:nvPr>
        </p:nvSpPr>
        <p:spPr>
          <a:xfrm>
            <a:off x="6422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1" name="Google Shape;251;p21"/>
          <p:cNvSpPr txBox="1"/>
          <p:nvPr>
            <p:ph idx="3" type="title"/>
          </p:nvPr>
        </p:nvSpPr>
        <p:spPr>
          <a:xfrm>
            <a:off x="6396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2" name="Google Shape;252;p21"/>
          <p:cNvSpPr txBox="1"/>
          <p:nvPr>
            <p:ph idx="4" type="title"/>
          </p:nvPr>
        </p:nvSpPr>
        <p:spPr>
          <a:xfrm>
            <a:off x="3222225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3" name="Google Shape;253;p21"/>
          <p:cNvSpPr txBox="1"/>
          <p:nvPr>
            <p:ph idx="5" type="title"/>
          </p:nvPr>
        </p:nvSpPr>
        <p:spPr>
          <a:xfrm>
            <a:off x="3219600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4" name="Google Shape;254;p21"/>
          <p:cNvSpPr txBox="1"/>
          <p:nvPr>
            <p:ph idx="6" type="title"/>
          </p:nvPr>
        </p:nvSpPr>
        <p:spPr>
          <a:xfrm>
            <a:off x="58074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5" name="Google Shape;255;p21"/>
          <p:cNvSpPr txBox="1"/>
          <p:nvPr>
            <p:ph idx="7" type="title"/>
          </p:nvPr>
        </p:nvSpPr>
        <p:spPr>
          <a:xfrm>
            <a:off x="58048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6" name="Google Shape;256;p21"/>
          <p:cNvSpPr txBox="1"/>
          <p:nvPr>
            <p:ph idx="8" type="title"/>
          </p:nvPr>
        </p:nvSpPr>
        <p:spPr>
          <a:xfrm>
            <a:off x="459325" y="788000"/>
            <a:ext cx="464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3">
  <p:cSld name="CUSTOM_5_1_1_1_2"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9" name="Google Shape;259;p22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1" name="Google Shape;261;p22"/>
          <p:cNvSpPr txBox="1"/>
          <p:nvPr>
            <p:ph idx="2" type="title"/>
          </p:nvPr>
        </p:nvSpPr>
        <p:spPr>
          <a:xfrm>
            <a:off x="423025" y="2331750"/>
            <a:ext cx="16002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2" name="Google Shape;262;p22"/>
          <p:cNvSpPr txBox="1"/>
          <p:nvPr>
            <p:ph idx="3" type="body"/>
          </p:nvPr>
        </p:nvSpPr>
        <p:spPr>
          <a:xfrm>
            <a:off x="423025" y="2733050"/>
            <a:ext cx="16002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3" name="Google Shape;263;p22"/>
          <p:cNvSpPr txBox="1"/>
          <p:nvPr>
            <p:ph idx="4" type="title"/>
          </p:nvPr>
        </p:nvSpPr>
        <p:spPr>
          <a:xfrm>
            <a:off x="256857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5" type="body"/>
          </p:nvPr>
        </p:nvSpPr>
        <p:spPr>
          <a:xfrm>
            <a:off x="2568575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5" name="Google Shape;265;p22"/>
          <p:cNvSpPr txBox="1"/>
          <p:nvPr>
            <p:ph idx="6" type="title"/>
          </p:nvPr>
        </p:nvSpPr>
        <p:spPr>
          <a:xfrm>
            <a:off x="4751950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6" name="Google Shape;266;p22"/>
          <p:cNvSpPr txBox="1"/>
          <p:nvPr>
            <p:ph idx="7" type="body"/>
          </p:nvPr>
        </p:nvSpPr>
        <p:spPr>
          <a:xfrm>
            <a:off x="475195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7" name="Google Shape;267;p22"/>
          <p:cNvSpPr txBox="1"/>
          <p:nvPr>
            <p:ph idx="8" type="title"/>
          </p:nvPr>
        </p:nvSpPr>
        <p:spPr>
          <a:xfrm>
            <a:off x="690942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8" name="Google Shape;268;p22"/>
          <p:cNvSpPr txBox="1"/>
          <p:nvPr>
            <p:ph idx="9" type="body"/>
          </p:nvPr>
        </p:nvSpPr>
        <p:spPr>
          <a:xfrm>
            <a:off x="685590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2">
  <p:cSld name="CUSTOM_5_1_1_1_3">
    <p:bg>
      <p:bgPr>
        <a:solidFill>
          <a:schemeClr val="lt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1" name="Google Shape;271;p23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2" name="Google Shape;272;p23"/>
          <p:cNvSpPr txBox="1"/>
          <p:nvPr>
            <p:ph idx="2" type="subTitle"/>
          </p:nvPr>
        </p:nvSpPr>
        <p:spPr>
          <a:xfrm>
            <a:off x="705575" y="23879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3" name="Google Shape;273;p23"/>
          <p:cNvSpPr txBox="1"/>
          <p:nvPr>
            <p:ph idx="3" type="subTitle"/>
          </p:nvPr>
        </p:nvSpPr>
        <p:spPr>
          <a:xfrm>
            <a:off x="705575" y="29485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4" name="Google Shape;274;p23"/>
          <p:cNvSpPr txBox="1"/>
          <p:nvPr>
            <p:ph idx="4" type="subTitle"/>
          </p:nvPr>
        </p:nvSpPr>
        <p:spPr>
          <a:xfrm>
            <a:off x="705575" y="3518838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5" name="Google Shape;275;p23"/>
          <p:cNvSpPr txBox="1"/>
          <p:nvPr>
            <p:ph idx="5" type="subTitle"/>
          </p:nvPr>
        </p:nvSpPr>
        <p:spPr>
          <a:xfrm>
            <a:off x="705575" y="409260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6" type="subTitle"/>
          </p:nvPr>
        </p:nvSpPr>
        <p:spPr>
          <a:xfrm>
            <a:off x="705575" y="465425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7" type="body"/>
          </p:nvPr>
        </p:nvSpPr>
        <p:spPr>
          <a:xfrm>
            <a:off x="5843600" y="463467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8" name="Google Shape;278;p23"/>
          <p:cNvSpPr txBox="1"/>
          <p:nvPr>
            <p:ph idx="8" type="body"/>
          </p:nvPr>
        </p:nvSpPr>
        <p:spPr>
          <a:xfrm>
            <a:off x="5843600" y="4088050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9" type="body"/>
          </p:nvPr>
        </p:nvSpPr>
        <p:spPr>
          <a:xfrm>
            <a:off x="5843600" y="3509538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13" type="body"/>
          </p:nvPr>
        </p:nvSpPr>
        <p:spPr>
          <a:xfrm>
            <a:off x="5843600" y="294872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1" name="Google Shape;281;p23"/>
          <p:cNvSpPr txBox="1"/>
          <p:nvPr>
            <p:ph idx="14" type="title"/>
          </p:nvPr>
        </p:nvSpPr>
        <p:spPr>
          <a:xfrm>
            <a:off x="5235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15" type="title"/>
          </p:nvPr>
        </p:nvSpPr>
        <p:spPr>
          <a:xfrm>
            <a:off x="22278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16" type="title"/>
          </p:nvPr>
        </p:nvSpPr>
        <p:spPr>
          <a:xfrm>
            <a:off x="39321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4" name="Google Shape;284;p23"/>
          <p:cNvSpPr txBox="1"/>
          <p:nvPr>
            <p:ph idx="17" type="title"/>
          </p:nvPr>
        </p:nvSpPr>
        <p:spPr>
          <a:xfrm>
            <a:off x="5845325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18" type="body"/>
          </p:nvPr>
        </p:nvSpPr>
        <p:spPr>
          <a:xfrm>
            <a:off x="3930375" y="4634677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19" type="body"/>
          </p:nvPr>
        </p:nvSpPr>
        <p:spPr>
          <a:xfrm>
            <a:off x="3930375" y="408805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7" name="Google Shape;287;p23"/>
          <p:cNvSpPr txBox="1"/>
          <p:nvPr>
            <p:ph idx="20" type="body"/>
          </p:nvPr>
        </p:nvSpPr>
        <p:spPr>
          <a:xfrm>
            <a:off x="3930375" y="350954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8" name="Google Shape;288;p23"/>
          <p:cNvSpPr txBox="1"/>
          <p:nvPr>
            <p:ph idx="21" type="body"/>
          </p:nvPr>
        </p:nvSpPr>
        <p:spPr>
          <a:xfrm>
            <a:off x="3930375" y="294873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2" type="body"/>
          </p:nvPr>
        </p:nvSpPr>
        <p:spPr>
          <a:xfrm>
            <a:off x="2226950" y="46346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0" name="Google Shape;290;p23"/>
          <p:cNvSpPr txBox="1"/>
          <p:nvPr>
            <p:ph idx="23" type="body"/>
          </p:nvPr>
        </p:nvSpPr>
        <p:spPr>
          <a:xfrm>
            <a:off x="2226950" y="4088053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1" name="Google Shape;291;p23"/>
          <p:cNvSpPr txBox="1"/>
          <p:nvPr>
            <p:ph idx="24" type="body"/>
          </p:nvPr>
        </p:nvSpPr>
        <p:spPr>
          <a:xfrm>
            <a:off x="2226950" y="350954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2" name="Google Shape;292;p23"/>
          <p:cNvSpPr txBox="1"/>
          <p:nvPr>
            <p:ph idx="25" type="body"/>
          </p:nvPr>
        </p:nvSpPr>
        <p:spPr>
          <a:xfrm>
            <a:off x="2226950" y="294873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3" name="Google Shape;293;p23"/>
          <p:cNvSpPr txBox="1"/>
          <p:nvPr>
            <p:ph idx="26" type="body"/>
          </p:nvPr>
        </p:nvSpPr>
        <p:spPr>
          <a:xfrm>
            <a:off x="5843600" y="2388163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4" name="Google Shape;294;p23"/>
          <p:cNvSpPr txBox="1"/>
          <p:nvPr>
            <p:ph idx="27" type="body"/>
          </p:nvPr>
        </p:nvSpPr>
        <p:spPr>
          <a:xfrm>
            <a:off x="3930375" y="238817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5" name="Google Shape;295;p23"/>
          <p:cNvSpPr txBox="1"/>
          <p:nvPr>
            <p:ph idx="28" type="body"/>
          </p:nvPr>
        </p:nvSpPr>
        <p:spPr>
          <a:xfrm>
            <a:off x="2226950" y="23881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0">
  <p:cSld name="CUSTOM_2_1_1">
    <p:bg>
      <p:bgPr>
        <a:solidFill>
          <a:schemeClr val="lt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"/>
          <p:cNvSpPr txBox="1"/>
          <p:nvPr>
            <p:ph type="title"/>
          </p:nvPr>
        </p:nvSpPr>
        <p:spPr>
          <a:xfrm>
            <a:off x="5135225" y="2600350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8" name="Google Shape;298;p24"/>
          <p:cNvSpPr txBox="1"/>
          <p:nvPr>
            <p:ph idx="2" type="title"/>
          </p:nvPr>
        </p:nvSpPr>
        <p:spPr>
          <a:xfrm>
            <a:off x="5135225" y="3562743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9" name="Google Shape;299;p24"/>
          <p:cNvSpPr txBox="1"/>
          <p:nvPr>
            <p:ph idx="3" type="title"/>
          </p:nvPr>
        </p:nvSpPr>
        <p:spPr>
          <a:xfrm>
            <a:off x="5135225" y="4500074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0" name="Google Shape;300;p24"/>
          <p:cNvSpPr txBox="1"/>
          <p:nvPr>
            <p:ph idx="4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1" name="Google Shape;301;p24"/>
          <p:cNvSpPr txBox="1"/>
          <p:nvPr>
            <p:ph idx="1" type="subTitle"/>
          </p:nvPr>
        </p:nvSpPr>
        <p:spPr>
          <a:xfrm>
            <a:off x="446900" y="397650"/>
            <a:ext cx="5344500" cy="309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2" name="Google Shape;302;p24"/>
          <p:cNvSpPr txBox="1"/>
          <p:nvPr>
            <p:ph idx="5" type="body"/>
          </p:nvPr>
        </p:nvSpPr>
        <p:spPr>
          <a:xfrm>
            <a:off x="5761162" y="2472057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6" type="body"/>
          </p:nvPr>
        </p:nvSpPr>
        <p:spPr>
          <a:xfrm>
            <a:off x="5761162" y="3436244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4" name="Google Shape;304;p24"/>
          <p:cNvSpPr txBox="1"/>
          <p:nvPr>
            <p:ph idx="7" type="body"/>
          </p:nvPr>
        </p:nvSpPr>
        <p:spPr>
          <a:xfrm>
            <a:off x="5761162" y="4399826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5" name="Google Shape;305;p24"/>
          <p:cNvSpPr txBox="1"/>
          <p:nvPr>
            <p:ph idx="8" type="body"/>
          </p:nvPr>
        </p:nvSpPr>
        <p:spPr>
          <a:xfrm>
            <a:off x="706399" y="2753996"/>
            <a:ext cx="3288300" cy="1731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1pPr>
            <a:lvl2pPr indent="-3302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2pPr>
            <a:lvl3pPr indent="-3302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3pPr>
            <a:lvl4pPr indent="-3302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4pPr>
            <a:lvl5pPr indent="-3302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5pPr>
            <a:lvl6pPr indent="-3302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6pPr>
            <a:lvl7pPr indent="-3302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7pPr>
            <a:lvl8pPr indent="-3302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8pPr>
            <a:lvl9pPr indent="-3302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">
    <p:bg>
      <p:bgPr>
        <a:solidFill>
          <a:schemeClr val="lt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"/>
          <p:cNvSpPr/>
          <p:nvPr/>
        </p:nvSpPr>
        <p:spPr>
          <a:xfrm>
            <a:off x="0" y="1088675"/>
            <a:ext cx="3627900" cy="4054800"/>
          </a:xfrm>
          <a:prstGeom prst="snip1Rect">
            <a:avLst>
              <a:gd fmla="val 1091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08" name="Google Shape;308;p25"/>
          <p:cNvSpPr txBox="1"/>
          <p:nvPr>
            <p:ph type="title"/>
          </p:nvPr>
        </p:nvSpPr>
        <p:spPr>
          <a:xfrm>
            <a:off x="446100" y="396225"/>
            <a:ext cx="5101800" cy="853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1" type="body"/>
          </p:nvPr>
        </p:nvSpPr>
        <p:spPr>
          <a:xfrm>
            <a:off x="3869875" y="1390269"/>
            <a:ext cx="31734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10" name="Google Shape;310;p25"/>
          <p:cNvSpPr txBox="1"/>
          <p:nvPr>
            <p:ph idx="2" type="body"/>
          </p:nvPr>
        </p:nvSpPr>
        <p:spPr>
          <a:xfrm>
            <a:off x="474675" y="1390150"/>
            <a:ext cx="25713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9">
  <p:cSld name="CUSTOM_1">
    <p:bg>
      <p:bgPr>
        <a:solidFill>
          <a:schemeClr val="accent1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6"/>
          <p:cNvSpPr/>
          <p:nvPr/>
        </p:nvSpPr>
        <p:spPr>
          <a:xfrm flipH="1">
            <a:off x="433300" y="-6150"/>
            <a:ext cx="8560200" cy="51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3" name="Google Shape;313;p26"/>
          <p:cNvSpPr/>
          <p:nvPr/>
        </p:nvSpPr>
        <p:spPr>
          <a:xfrm flipH="1">
            <a:off x="433300" y="-2175"/>
            <a:ext cx="8415900" cy="515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4" name="Google Shape;314;p26"/>
          <p:cNvSpPr/>
          <p:nvPr/>
        </p:nvSpPr>
        <p:spPr>
          <a:xfrm flipH="1">
            <a:off x="-10550" y="-6150"/>
            <a:ext cx="8710800" cy="5155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5" name="Google Shape;315;p26"/>
          <p:cNvSpPr txBox="1"/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6" name="Google Shape;316;p26"/>
          <p:cNvSpPr txBox="1"/>
          <p:nvPr>
            <p:ph idx="2" type="title"/>
          </p:nvPr>
        </p:nvSpPr>
        <p:spPr>
          <a:xfrm>
            <a:off x="420000" y="860450"/>
            <a:ext cx="35112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7" name="Google Shape;317;p26"/>
          <p:cNvSpPr txBox="1"/>
          <p:nvPr>
            <p:ph idx="3" type="title"/>
          </p:nvPr>
        </p:nvSpPr>
        <p:spPr>
          <a:xfrm>
            <a:off x="5128700" y="38960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8" name="Google Shape;318;p26"/>
          <p:cNvSpPr txBox="1"/>
          <p:nvPr>
            <p:ph idx="1" type="subTitle"/>
          </p:nvPr>
        </p:nvSpPr>
        <p:spPr>
          <a:xfrm>
            <a:off x="7258100" y="38960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9" name="Google Shape;319;p26"/>
          <p:cNvSpPr txBox="1"/>
          <p:nvPr>
            <p:ph idx="4" type="title"/>
          </p:nvPr>
        </p:nvSpPr>
        <p:spPr>
          <a:xfrm>
            <a:off x="5128700" y="28383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0" name="Google Shape;320;p26"/>
          <p:cNvSpPr txBox="1"/>
          <p:nvPr>
            <p:ph idx="5" type="subTitle"/>
          </p:nvPr>
        </p:nvSpPr>
        <p:spPr>
          <a:xfrm>
            <a:off x="7258100" y="28383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1" name="Google Shape;321;p26"/>
          <p:cNvSpPr txBox="1"/>
          <p:nvPr>
            <p:ph idx="6" type="title"/>
          </p:nvPr>
        </p:nvSpPr>
        <p:spPr>
          <a:xfrm>
            <a:off x="5128700" y="18129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2" name="Google Shape;322;p26"/>
          <p:cNvSpPr txBox="1"/>
          <p:nvPr>
            <p:ph idx="7" type="subTitle"/>
          </p:nvPr>
        </p:nvSpPr>
        <p:spPr>
          <a:xfrm>
            <a:off x="7258100" y="18129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3" name="Google Shape;323;p26"/>
          <p:cNvSpPr txBox="1"/>
          <p:nvPr>
            <p:ph idx="8" type="title"/>
          </p:nvPr>
        </p:nvSpPr>
        <p:spPr>
          <a:xfrm>
            <a:off x="5128700" y="838600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4" name="Google Shape;324;p26"/>
          <p:cNvSpPr txBox="1"/>
          <p:nvPr>
            <p:ph idx="9" type="subTitle"/>
          </p:nvPr>
        </p:nvSpPr>
        <p:spPr>
          <a:xfrm>
            <a:off x="7258100" y="838600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_1">
    <p:bg>
      <p:bgPr>
        <a:solidFill>
          <a:schemeClr val="accent1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7"/>
          <p:cNvSpPr/>
          <p:nvPr/>
        </p:nvSpPr>
        <p:spPr>
          <a:xfrm flipH="1">
            <a:off x="433300" y="0"/>
            <a:ext cx="8560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7" name="Google Shape;327;p27"/>
          <p:cNvSpPr/>
          <p:nvPr/>
        </p:nvSpPr>
        <p:spPr>
          <a:xfrm flipH="1">
            <a:off x="433300" y="0"/>
            <a:ext cx="8415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8" name="Google Shape;328;p27"/>
          <p:cNvSpPr/>
          <p:nvPr/>
        </p:nvSpPr>
        <p:spPr>
          <a:xfrm flipH="1">
            <a:off x="-10550" y="0"/>
            <a:ext cx="87108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9" name="Google Shape;329;p27"/>
          <p:cNvSpPr/>
          <p:nvPr/>
        </p:nvSpPr>
        <p:spPr>
          <a:xfrm>
            <a:off x="1504259" y="3582046"/>
            <a:ext cx="3354000" cy="1037700"/>
          </a:xfrm>
          <a:prstGeom prst="snip1Rect">
            <a:avLst>
              <a:gd fmla="val 24462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30" name="Google Shape;330;p27"/>
          <p:cNvSpPr txBox="1"/>
          <p:nvPr>
            <p:ph type="title"/>
          </p:nvPr>
        </p:nvSpPr>
        <p:spPr>
          <a:xfrm>
            <a:off x="2131600" y="3667325"/>
            <a:ext cx="2026500" cy="367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31" name="Google Shape;331;p27"/>
          <p:cNvSpPr txBox="1"/>
          <p:nvPr>
            <p:ph idx="1" type="subTitle"/>
          </p:nvPr>
        </p:nvSpPr>
        <p:spPr>
          <a:xfrm>
            <a:off x="1917225" y="4072850"/>
            <a:ext cx="2536500" cy="54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2" name="Google Shape;332;p27"/>
          <p:cNvSpPr/>
          <p:nvPr>
            <p:ph idx="2" type="pic"/>
          </p:nvPr>
        </p:nvSpPr>
        <p:spPr>
          <a:xfrm>
            <a:off x="387475" y="3575855"/>
            <a:ext cx="1309500" cy="10500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3" name="Google Shape;333;p27"/>
          <p:cNvSpPr txBox="1"/>
          <p:nvPr>
            <p:ph idx="3" type="title"/>
          </p:nvPr>
        </p:nvSpPr>
        <p:spPr>
          <a:xfrm>
            <a:off x="409500" y="1578275"/>
            <a:ext cx="33540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4" name="Google Shape;334;p27"/>
          <p:cNvSpPr txBox="1"/>
          <p:nvPr>
            <p:ph idx="4" type="title"/>
          </p:nvPr>
        </p:nvSpPr>
        <p:spPr>
          <a:xfrm>
            <a:off x="409500" y="401500"/>
            <a:ext cx="3748500" cy="1091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9" name="Google Shape;33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4" name="Google Shape;344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9" name="Google Shape;349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0" name="Google Shape;350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5" name="Google Shape;355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9" name="Google Shape;359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0" name="Google Shape;360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1" name="Google Shape;361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2" name="Google Shape;362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3" name="Google Shape;363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4" name="Google Shape;364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7" name="Google Shape;367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8" name="Google Shape;368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1" name="Google Shape;371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2" name="Google Shape;372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3" name="Google Shape;373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4" name="Google Shape;374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9" name="Google Shape;379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1" name="Google Shape;381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2" name="Google Shape;382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5" name="Google Shape;385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6" name="Google Shape;386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7" name="Google Shape;387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8" name="Google Shape;388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9" name="Google Shape;389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0" name="Google Shape;390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1" name="Google Shape;391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2" name="Google Shape;392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5" name="Google Shape;395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8" name="Google Shape;398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1" name="Google Shape;40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2" name="Google Shape;402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3" name="Google Shape;403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6" name="Google Shape;406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8" name="Google Shape;408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9" name="Google Shape;409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0" name="Google Shape;410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1" name="Google Shape;411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2" name="Google Shape;412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3" name="Google Shape;413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4" name="Google Shape;414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5" name="Google Shape;425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700" y="460250"/>
            <a:ext cx="8574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3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700" y="12997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210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210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210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210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210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210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210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210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rockyou.txt.gz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7"/>
          <p:cNvSpPr txBox="1"/>
          <p:nvPr>
            <p:ph idx="1" type="subTitle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Date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Company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3" name="Google Shape;433;p47"/>
          <p:cNvSpPr txBox="1"/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Cyber Unit 11/4/25</a:t>
            </a:r>
            <a:endParaRPr sz="30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Advanced Password Cracking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8"/>
          <p:cNvSpPr/>
          <p:nvPr/>
        </p:nvSpPr>
        <p:spPr>
          <a:xfrm flipH="1" rot="5400000">
            <a:off x="3382950" y="1548275"/>
            <a:ext cx="37830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39" name="Google Shape;439;p48"/>
          <p:cNvSpPr txBox="1"/>
          <p:nvPr>
            <p:ph type="title"/>
          </p:nvPr>
        </p:nvSpPr>
        <p:spPr>
          <a:xfrm>
            <a:off x="941650" y="795275"/>
            <a:ext cx="28614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Quick Recap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440" name="Google Shape;440;p48"/>
          <p:cNvSpPr txBox="1"/>
          <p:nvPr>
            <p:ph idx="13" type="title"/>
          </p:nvPr>
        </p:nvSpPr>
        <p:spPr>
          <a:xfrm>
            <a:off x="941650" y="2170575"/>
            <a:ext cx="20727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/>
              <a:t>Back to the basics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/>
              <a:t>Most of this should be a review, however, if you need help at any point, please ask.</a:t>
            </a:r>
            <a:endParaRPr/>
          </a:p>
        </p:txBody>
      </p:sp>
      <p:sp>
        <p:nvSpPr>
          <p:cNvPr id="441" name="Google Shape;441;p48"/>
          <p:cNvSpPr txBox="1"/>
          <p:nvPr>
            <p:ph idx="6" type="title"/>
          </p:nvPr>
        </p:nvSpPr>
        <p:spPr>
          <a:xfrm>
            <a:off x="4423700" y="1379550"/>
            <a:ext cx="1703700" cy="311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/>
              <a:t>Hashes.com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Online hash lookup and verification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Relies on pre-existing cracked hashes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/>
              <a:t>John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/>
              <a:t>- </a:t>
            </a:r>
            <a:r>
              <a:rPr lang="en"/>
              <a:t>Versatility and ease of use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/>
              <a:t>- </a:t>
            </a:r>
            <a:r>
              <a:rPr lang="en"/>
              <a:t>Steep learning curve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/>
              <a:t>Hashcat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/>
              <a:t>- </a:t>
            </a:r>
            <a:r>
              <a:rPr lang="en"/>
              <a:t>Performance and extensive hash type support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/>
              <a:t>- Significant computational    resources needed</a:t>
            </a:r>
            <a:endParaRPr/>
          </a:p>
        </p:txBody>
      </p:sp>
      <p:sp>
        <p:nvSpPr>
          <p:cNvPr id="442" name="Google Shape;442;p48"/>
          <p:cNvSpPr txBox="1"/>
          <p:nvPr>
            <p:ph idx="2" type="title"/>
          </p:nvPr>
        </p:nvSpPr>
        <p:spPr>
          <a:xfrm>
            <a:off x="4399597" y="835425"/>
            <a:ext cx="1703700" cy="482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1. </a:t>
            </a:r>
            <a:r>
              <a:rPr lang="en"/>
              <a:t>Tools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443" name="Google Shape;443;p48"/>
          <p:cNvSpPr txBox="1"/>
          <p:nvPr>
            <p:ph idx="3" type="title"/>
          </p:nvPr>
        </p:nvSpPr>
        <p:spPr>
          <a:xfrm>
            <a:off x="6496050" y="835425"/>
            <a:ext cx="1856700" cy="482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2. Wordlists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444" name="Google Shape;444;p48"/>
          <p:cNvSpPr txBox="1"/>
          <p:nvPr>
            <p:ph idx="7" type="title"/>
          </p:nvPr>
        </p:nvSpPr>
        <p:spPr>
          <a:xfrm>
            <a:off x="6562725" y="1379550"/>
            <a:ext cx="1703700" cy="311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/usr/share/wordlists/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So far in this directory we have only used the rockyou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(./</a:t>
            </a:r>
            <a:r>
              <a:rPr lang="en" sz="95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rockyou.txt.gz</a:t>
            </a:r>
            <a:r>
              <a:rPr lang="en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) wordlist.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There are more wordlists available.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9"/>
          <p:cNvSpPr txBox="1"/>
          <p:nvPr>
            <p:ph type="title"/>
          </p:nvPr>
        </p:nvSpPr>
        <p:spPr>
          <a:xfrm>
            <a:off x="931675" y="907075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accent6"/>
                </a:solidFill>
              </a:rPr>
              <a:t>Basic Challenges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50" name="Google Shape;450;p49"/>
          <p:cNvSpPr txBox="1"/>
          <p:nvPr>
            <p:ph idx="2" type="title"/>
          </p:nvPr>
        </p:nvSpPr>
        <p:spPr>
          <a:xfrm>
            <a:off x="931675" y="1712050"/>
            <a:ext cx="4005900" cy="170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6"/>
                </a:solidFill>
              </a:rPr>
              <a:t>Pull Resources From Github: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>
                <a:solidFill>
                  <a:schemeClr val="accent6"/>
                </a:solidFill>
              </a:rPr>
            </a:br>
            <a:r>
              <a:rPr lang="en" sz="1200">
                <a:solidFill>
                  <a:schemeClr val="accent6"/>
                </a:solidFill>
              </a:rPr>
              <a:t>https://github.com/J-Acklen/Adv_Password_Cracking.git</a:t>
            </a:r>
            <a:endParaRPr sz="12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" sz="1000">
                <a:solidFill>
                  <a:schemeClr val="accent6"/>
                </a:solidFill>
              </a:rPr>
              <a:t>┌──(kali㉿kali)-[~]</a:t>
            </a:r>
            <a:endParaRPr sz="10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" sz="1000">
                <a:solidFill>
                  <a:schemeClr val="accent6"/>
                </a:solidFill>
              </a:rPr>
              <a:t>└─$ git clone https://github.com/J-Acklen/Adv_Password_Cracking.git</a:t>
            </a:r>
            <a:endParaRPr sz="10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000">
              <a:solidFill>
                <a:schemeClr val="accent6"/>
              </a:solidFill>
            </a:endParaRPr>
          </a:p>
        </p:txBody>
      </p:sp>
      <p:sp>
        <p:nvSpPr>
          <p:cNvPr descr="A question mark icon." id="451" name="Google Shape;451;p49"/>
          <p:cNvSpPr txBox="1"/>
          <p:nvPr/>
        </p:nvSpPr>
        <p:spPr>
          <a:xfrm>
            <a:off x="5670551" y="907075"/>
            <a:ext cx="2524200" cy="17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" sz="10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rPr>
              <a:t>Solve Basic Challenges 1 &amp; 2</a:t>
            </a:r>
            <a:endParaRPr sz="1000">
              <a:solidFill>
                <a:schemeClr val="accent3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sz="1000">
              <a:solidFill>
                <a:schemeClr val="accent3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" sz="10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rPr>
              <a:t>Should be able to do with minimal assistance in &lt; 10 minutes total.</a:t>
            </a:r>
            <a:endParaRPr sz="1000">
              <a:solidFill>
                <a:schemeClr val="accent3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An exclamation mark icon" id="452" name="Google Shape;452;p49"/>
          <p:cNvSpPr txBox="1"/>
          <p:nvPr/>
        </p:nvSpPr>
        <p:spPr>
          <a:xfrm>
            <a:off x="5670551" y="2921000"/>
            <a:ext cx="2524200" cy="16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" sz="10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rPr>
              <a:t>Don’t forget to use the manual pages if you are unfamiliar with commands.</a:t>
            </a:r>
            <a:endParaRPr sz="1000">
              <a:solidFill>
                <a:schemeClr val="accent4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sz="1000">
              <a:solidFill>
                <a:schemeClr val="accent4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rPr>
              <a:t>┌──(kali㉿kali)-[~]</a:t>
            </a:r>
            <a:endParaRPr sz="1000">
              <a:solidFill>
                <a:schemeClr val="accent4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rPr>
              <a:t>└─$ man hashcat</a:t>
            </a:r>
            <a:endParaRPr sz="1000">
              <a:solidFill>
                <a:schemeClr val="accent4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accent4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rPr>
              <a:t>┌──(kali㉿kali)-[~]</a:t>
            </a:r>
            <a:endParaRPr sz="1000">
              <a:solidFill>
                <a:schemeClr val="accent4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rPr>
              <a:t>└─$ man john</a:t>
            </a:r>
            <a:endParaRPr sz="1000">
              <a:solidFill>
                <a:schemeClr val="accent4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accent4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sz="1000">
              <a:solidFill>
                <a:schemeClr val="accent4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0"/>
          <p:cNvSpPr txBox="1"/>
          <p:nvPr>
            <p:ph type="title"/>
          </p:nvPr>
        </p:nvSpPr>
        <p:spPr>
          <a:xfrm>
            <a:off x="586350" y="907075"/>
            <a:ext cx="4695000" cy="86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Challenge 1 Solution</a:t>
            </a:r>
            <a:endParaRPr/>
          </a:p>
        </p:txBody>
      </p:sp>
      <p:sp>
        <p:nvSpPr>
          <p:cNvPr id="458" name="Google Shape;458;p50"/>
          <p:cNvSpPr txBox="1"/>
          <p:nvPr>
            <p:ph idx="2" type="title"/>
          </p:nvPr>
        </p:nvSpPr>
        <p:spPr>
          <a:xfrm>
            <a:off x="930907" y="1836900"/>
            <a:ext cx="4005900" cy="187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"/>
              <a:t>There were multiple ways to solve this problem.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Hashcat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John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Hashes.com </a:t>
            </a:r>
            <a:r>
              <a:rPr lang="en" sz="1400"/>
              <a:t>(but try to avoid using this)</a:t>
            </a:r>
            <a:endParaRPr sz="1400"/>
          </a:p>
        </p:txBody>
      </p:sp>
      <p:sp>
        <p:nvSpPr>
          <p:cNvPr id="459" name="Google Shape;459;p50"/>
          <p:cNvSpPr txBox="1"/>
          <p:nvPr/>
        </p:nvSpPr>
        <p:spPr>
          <a:xfrm>
            <a:off x="5794375" y="907075"/>
            <a:ext cx="2543100" cy="36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hashcat -a 0 -m 0 --show challenge1.txt /usr/share/wordlists/rockyou.txt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OR 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john --format=raw-md5 --wordlist=/usr/share/wordlists/rockyou.txt challenge1.txt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1"/>
          <p:cNvSpPr txBox="1"/>
          <p:nvPr>
            <p:ph type="title"/>
          </p:nvPr>
        </p:nvSpPr>
        <p:spPr>
          <a:xfrm>
            <a:off x="586350" y="907075"/>
            <a:ext cx="4824000" cy="86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Challenge 2 Solution</a:t>
            </a:r>
            <a:endParaRPr/>
          </a:p>
        </p:txBody>
      </p:sp>
      <p:sp>
        <p:nvSpPr>
          <p:cNvPr id="465" name="Google Shape;465;p51"/>
          <p:cNvSpPr txBox="1"/>
          <p:nvPr>
            <p:ph idx="2" type="title"/>
          </p:nvPr>
        </p:nvSpPr>
        <p:spPr>
          <a:xfrm>
            <a:off x="930907" y="1836900"/>
            <a:ext cx="4005900" cy="187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"/>
              <a:t>There were multiple ways to solve this problem.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Hashcat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John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Hashes.com </a:t>
            </a:r>
            <a:r>
              <a:rPr lang="en" sz="1400"/>
              <a:t>(but try to avoid using this)</a:t>
            </a:r>
            <a:endParaRPr sz="1400"/>
          </a:p>
        </p:txBody>
      </p:sp>
      <p:sp>
        <p:nvSpPr>
          <p:cNvPr id="466" name="Google Shape;466;p51"/>
          <p:cNvSpPr txBox="1"/>
          <p:nvPr/>
        </p:nvSpPr>
        <p:spPr>
          <a:xfrm>
            <a:off x="5794375" y="907075"/>
            <a:ext cx="2543100" cy="36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john --format</a:t>
            </a:r>
            <a:r>
              <a:rPr lang="en" sz="1300">
                <a:solidFill>
                  <a:srgbClr val="61AFEF"/>
                </a:solidFill>
              </a:rPr>
              <a:t>=</a:t>
            </a:r>
            <a:r>
              <a:rPr lang="en" sz="1300">
                <a:solidFill>
                  <a:schemeClr val="dk1"/>
                </a:solidFill>
              </a:rPr>
              <a:t>nt --wordlist</a:t>
            </a:r>
            <a:r>
              <a:rPr lang="en" sz="1300">
                <a:solidFill>
                  <a:srgbClr val="61AFEF"/>
                </a:solidFill>
              </a:rPr>
              <a:t>=</a:t>
            </a:r>
            <a:r>
              <a:rPr lang="en" sz="1300">
                <a:solidFill>
                  <a:schemeClr val="dk1"/>
                </a:solidFill>
              </a:rPr>
              <a:t>rockyou.txt hash.txt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Easiest solution method is to use hashes.com, however, this requires that the hashes have </a:t>
            </a:r>
            <a:r>
              <a:rPr i="1"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already been cracked</a:t>
            </a: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2"/>
          <p:cNvSpPr/>
          <p:nvPr/>
        </p:nvSpPr>
        <p:spPr>
          <a:xfrm>
            <a:off x="4858183" y="2544470"/>
            <a:ext cx="3354000" cy="1037700"/>
          </a:xfrm>
          <a:prstGeom prst="snip1Rect">
            <a:avLst>
              <a:gd fmla="val 24462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72" name="Google Shape;472;p52"/>
          <p:cNvSpPr/>
          <p:nvPr/>
        </p:nvSpPr>
        <p:spPr>
          <a:xfrm>
            <a:off x="4858183" y="3582046"/>
            <a:ext cx="3354000" cy="1037700"/>
          </a:xfrm>
          <a:prstGeom prst="snip1Rect">
            <a:avLst>
              <a:gd fmla="val 24462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73" name="Google Shape;473;p52"/>
          <p:cNvSpPr/>
          <p:nvPr/>
        </p:nvSpPr>
        <p:spPr>
          <a:xfrm>
            <a:off x="4858183" y="1506895"/>
            <a:ext cx="3354000" cy="1037700"/>
          </a:xfrm>
          <a:prstGeom prst="snip1Rect">
            <a:avLst>
              <a:gd fmla="val 24462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74" name="Google Shape;474;p52"/>
          <p:cNvSpPr/>
          <p:nvPr/>
        </p:nvSpPr>
        <p:spPr>
          <a:xfrm>
            <a:off x="4858183" y="474675"/>
            <a:ext cx="3354000" cy="1037700"/>
          </a:xfrm>
          <a:prstGeom prst="snip1Rect">
            <a:avLst>
              <a:gd fmla="val 24462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75" name="Google Shape;475;p52"/>
          <p:cNvSpPr txBox="1"/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lt1"/>
                </a:solidFill>
              </a:rPr>
              <a:t>Next steps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76" name="Google Shape;476;p52"/>
          <p:cNvSpPr txBox="1"/>
          <p:nvPr>
            <p:ph idx="2" type="title"/>
          </p:nvPr>
        </p:nvSpPr>
        <p:spPr>
          <a:xfrm>
            <a:off x="420000" y="860450"/>
            <a:ext cx="3511200" cy="3759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>
                <a:solidFill>
                  <a:schemeClr val="lt1"/>
                </a:solidFill>
              </a:rPr>
              <a:t>There are more wordlists out there!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>
                <a:solidFill>
                  <a:schemeClr val="lt1"/>
                </a:solidFill>
              </a:rPr>
              <a:t>Inside of the /usr/share/wordlists/ directory, there are a lot of additional wordlists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Upcoming milestone description" id="477" name="Google Shape;477;p52"/>
          <p:cNvSpPr txBox="1"/>
          <p:nvPr>
            <p:ph idx="8" type="title"/>
          </p:nvPr>
        </p:nvSpPr>
        <p:spPr>
          <a:xfrm>
            <a:off x="5128700" y="838600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Wordlists for directory brute-forcing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descr="Upcoming milestone description" id="478" name="Google Shape;478;p52"/>
          <p:cNvSpPr txBox="1"/>
          <p:nvPr>
            <p:ph idx="6" type="title"/>
          </p:nvPr>
        </p:nvSpPr>
        <p:spPr>
          <a:xfrm>
            <a:off x="5128700" y="18242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Wordlists from the Metasploit Framework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descr="Upcoming milestone description" id="479" name="Google Shape;479;p52"/>
          <p:cNvSpPr txBox="1"/>
          <p:nvPr>
            <p:ph idx="3" type="title"/>
          </p:nvPr>
        </p:nvSpPr>
        <p:spPr>
          <a:xfrm>
            <a:off x="5128700" y="3991096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Wordlists for WiFi cracking</a:t>
            </a:r>
            <a:endParaRPr/>
          </a:p>
        </p:txBody>
      </p:sp>
      <p:sp>
        <p:nvSpPr>
          <p:cNvPr descr="Date of Upcoming milestone" id="480" name="Google Shape;480;p52"/>
          <p:cNvSpPr txBox="1"/>
          <p:nvPr>
            <p:ph idx="1" type="subTitle"/>
          </p:nvPr>
        </p:nvSpPr>
        <p:spPr>
          <a:xfrm>
            <a:off x="7258100" y="3907996"/>
            <a:ext cx="811500" cy="385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./fern-wifi</a:t>
            </a:r>
            <a:endParaRPr/>
          </a:p>
        </p:txBody>
      </p:sp>
      <p:sp>
        <p:nvSpPr>
          <p:cNvPr id="481" name="Google Shape;481;p52"/>
          <p:cNvSpPr txBox="1"/>
          <p:nvPr>
            <p:ph idx="4" type="title"/>
          </p:nvPr>
        </p:nvSpPr>
        <p:spPr>
          <a:xfrm>
            <a:off x="5128700" y="285437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John the </a:t>
            </a:r>
            <a:r>
              <a:rPr lang="en"/>
              <a:t>Ripper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password list</a:t>
            </a:r>
            <a:endParaRPr/>
          </a:p>
        </p:txBody>
      </p:sp>
      <p:sp>
        <p:nvSpPr>
          <p:cNvPr id="482" name="Google Shape;482;p52"/>
          <p:cNvSpPr txBox="1"/>
          <p:nvPr>
            <p:ph idx="5" type="subTitle"/>
          </p:nvPr>
        </p:nvSpPr>
        <p:spPr>
          <a:xfrm>
            <a:off x="7258100" y="2854375"/>
            <a:ext cx="811500" cy="385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./</a:t>
            </a:r>
            <a:r>
              <a:rPr lang="en"/>
              <a:t>john.lst</a:t>
            </a:r>
            <a:endParaRPr/>
          </a:p>
        </p:txBody>
      </p:sp>
      <p:sp>
        <p:nvSpPr>
          <p:cNvPr id="483" name="Google Shape;483;p52"/>
          <p:cNvSpPr txBox="1"/>
          <p:nvPr>
            <p:ph idx="7" type="subTitle"/>
          </p:nvPr>
        </p:nvSpPr>
        <p:spPr>
          <a:xfrm>
            <a:off x="7258100" y="1824225"/>
            <a:ext cx="954000" cy="385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./metasploit/</a:t>
            </a:r>
            <a:endParaRPr/>
          </a:p>
        </p:txBody>
      </p:sp>
      <p:sp>
        <p:nvSpPr>
          <p:cNvPr id="484" name="Google Shape;484;p52"/>
          <p:cNvSpPr txBox="1"/>
          <p:nvPr>
            <p:ph idx="9" type="subTitle"/>
          </p:nvPr>
        </p:nvSpPr>
        <p:spPr>
          <a:xfrm>
            <a:off x="7258100" y="838600"/>
            <a:ext cx="811500" cy="385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./</a:t>
            </a:r>
            <a:r>
              <a:rPr lang="en"/>
              <a:t>dirb/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3"/>
          <p:cNvSpPr txBox="1"/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lt1"/>
                </a:solidFill>
              </a:rPr>
              <a:t>Next steps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90" name="Google Shape;490;p53"/>
          <p:cNvSpPr txBox="1"/>
          <p:nvPr>
            <p:ph idx="2" type="title"/>
          </p:nvPr>
        </p:nvSpPr>
        <p:spPr>
          <a:xfrm>
            <a:off x="420000" y="860450"/>
            <a:ext cx="3511200" cy="3759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>
                <a:solidFill>
                  <a:schemeClr val="lt1"/>
                </a:solidFill>
              </a:rPr>
              <a:t>Sometimes, though, your wordlists will not fit your specific case.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>
                <a:solidFill>
                  <a:schemeClr val="lt1"/>
                </a:solidFill>
              </a:rPr>
              <a:t>You “may” have to make your own unique wordlist.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>
                <a:solidFill>
                  <a:schemeClr val="lt1"/>
                </a:solidFill>
              </a:rPr>
              <a:t>Remember the crunch command?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>
                <a:solidFill>
                  <a:schemeClr val="lt1"/>
                </a:solidFill>
              </a:rPr>
              <a:t>(man crunch) or (tldr crunch)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Can’t use Hashes.com on this one &gt;:D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91" name="Google Shape;491;p53"/>
          <p:cNvSpPr txBox="1"/>
          <p:nvPr/>
        </p:nvSpPr>
        <p:spPr>
          <a:xfrm>
            <a:off x="5046600" y="1272653"/>
            <a:ext cx="3051300" cy="26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Solve Medium Challenge 3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Please ask if you need help!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4"/>
          <p:cNvSpPr txBox="1"/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 3 Solution</a:t>
            </a:r>
            <a:endParaRPr/>
          </a:p>
        </p:txBody>
      </p:sp>
      <p:sp>
        <p:nvSpPr>
          <p:cNvPr id="497" name="Google Shape;497;p54"/>
          <p:cNvSpPr txBox="1"/>
          <p:nvPr>
            <p:ph idx="2" type="title"/>
          </p:nvPr>
        </p:nvSpPr>
        <p:spPr>
          <a:xfrm>
            <a:off x="442650" y="915550"/>
            <a:ext cx="3511200" cy="375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this challenge, the given wordlists that kali has by default will not be </a:t>
            </a:r>
            <a:r>
              <a:rPr lang="en"/>
              <a:t>sufficient.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Generate the custom wordlist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Identify the correct hash type given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Use Hashcat/John with the custom wordlist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54"/>
          <p:cNvSpPr txBox="1"/>
          <p:nvPr/>
        </p:nvSpPr>
        <p:spPr>
          <a:xfrm>
            <a:off x="4723050" y="401500"/>
            <a:ext cx="3649800" cy="44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Generate a custom wordlist following the format specified in the question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crunch 18 18 -t St3w_H4IrL1n3_%%%%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Then use the wordlist to find the correct passwords!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hashcat -a 0 -m 0 challenge3.txt customlist.txt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 Pitch 2024">
  <a:themeElements>
    <a:clrScheme name="Google Colours">
      <a:dk1>
        <a:srgbClr val="000000"/>
      </a:dk1>
      <a:lt1>
        <a:srgbClr val="182A43"/>
      </a:lt1>
      <a:dk2>
        <a:srgbClr val="253851"/>
      </a:dk2>
      <a:lt2>
        <a:srgbClr val="364D6C"/>
      </a:lt2>
      <a:accent1>
        <a:srgbClr val="4F6887"/>
      </a:accent1>
      <a:accent2>
        <a:srgbClr val="6C87A6"/>
      </a:accent2>
      <a:accent3>
        <a:srgbClr val="86A3C3"/>
      </a:accent3>
      <a:accent4>
        <a:srgbClr val="97C5EF"/>
      </a:accent4>
      <a:accent5>
        <a:srgbClr val="A7D4FF"/>
      </a:accent5>
      <a:accent6>
        <a:srgbClr val="BEDEFF"/>
      </a:accent6>
      <a:hlink>
        <a:srgbClr val="FFFF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